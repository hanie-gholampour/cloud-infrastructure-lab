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98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256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457200"/>
            <a:ext cx="1463040" cy="1463040"/>
          </a:xfrm>
          <a:prstGeom prst="ellipse">
            <a:avLst/>
          </a:prstGeom>
          <a:solidFill>
            <a:srgbClr val="1B98E0">
              <a:alpha val="20000"/>
            </a:srgbClr>
          </a:solidFill>
          <a:ln w="12700">
            <a:solidFill>
              <a:srgbClr val="1B98E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1645920"/>
            <a:ext cx="914400" cy="914400"/>
          </a:xfrm>
          <a:prstGeom prst="ellipse">
            <a:avLst/>
          </a:prstGeom>
          <a:solidFill>
            <a:srgbClr val="1B98E0">
              <a:alpha val="40000"/>
            </a:srgbClr>
          </a:solidFill>
          <a:ln w="12700">
            <a:solidFill>
              <a:srgbClr val="1B98E0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B9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 &amp; CLOUD COMPUTING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Everview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Multi-Tier Application Deployment with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Monitoring in Docker Swarm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3383280"/>
            <a:ext cx="2286000" cy="36576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5204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Zeinab Gholampour  ·  6117047 ·  2025/2026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977640"/>
            <a:ext cx="1691640" cy="320040"/>
          </a:xfrm>
          <a:prstGeom prst="roundRect">
            <a:avLst>
              <a:gd name="adj" fmla="val 14286"/>
            </a:avLst>
          </a:prstGeom>
          <a:solidFill>
            <a:srgbClr val="112233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9776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9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Vagrant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0" y="3977640"/>
            <a:ext cx="1691640" cy="320040"/>
          </a:xfrm>
          <a:prstGeom prst="roundRect">
            <a:avLst>
              <a:gd name="adj" fmla="val 14286"/>
            </a:avLst>
          </a:prstGeom>
          <a:solidFill>
            <a:srgbClr val="112233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39776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9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06240" y="3977640"/>
            <a:ext cx="1691640" cy="320040"/>
          </a:xfrm>
          <a:prstGeom prst="roundRect">
            <a:avLst>
              <a:gd name="adj" fmla="val 14286"/>
            </a:avLst>
          </a:prstGeom>
          <a:solidFill>
            <a:srgbClr val="112233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39776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9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Swarm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4480560"/>
            <a:ext cx="1691640" cy="320040"/>
          </a:xfrm>
          <a:prstGeom prst="roundRect">
            <a:avLst>
              <a:gd name="adj" fmla="val 14286"/>
            </a:avLst>
          </a:prstGeom>
          <a:solidFill>
            <a:srgbClr val="112233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4805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9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0" y="4480560"/>
            <a:ext cx="1691640" cy="320040"/>
          </a:xfrm>
          <a:prstGeom prst="roundRect">
            <a:avLst>
              <a:gd name="adj" fmla="val 14286"/>
            </a:avLst>
          </a:prstGeom>
          <a:solidFill>
            <a:srgbClr val="112233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0" y="44805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9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Loki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B9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8778240" cy="4206240"/>
          </a:xfrm>
          <a:prstGeom prst="rect">
            <a:avLst/>
          </a:prstGeom>
          <a:solidFill>
            <a:srgbClr val="E8EDF2"/>
          </a:solidFill>
          <a:ln w="19050">
            <a:solidFill>
              <a:srgbClr val="9FB3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58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MACHINE  (VMware Desktop)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2011680" cy="2743200"/>
          </a:xfrm>
          <a:prstGeom prst="rect">
            <a:avLst/>
          </a:prstGeom>
          <a:solidFill>
            <a:srgbClr val="F8FAFC"/>
          </a:solidFill>
          <a:ln w="25400">
            <a:solidFill>
              <a:srgbClr val="90A4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51560"/>
            <a:ext cx="2011680" cy="347472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51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1463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192.168.255.10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17556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Control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22860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Ansible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 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all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nodes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3246120"/>
            <a:ext cx="1828800" cy="274320"/>
          </a:xfrm>
          <a:prstGeom prst="rect">
            <a:avLst/>
          </a:prstGeom>
          <a:solidFill>
            <a:srgbClr val="FFEBEE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NOT in Swarm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59152" y="21031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→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971800" y="960120"/>
            <a:ext cx="5760720" cy="2880360"/>
          </a:xfrm>
          <a:prstGeom prst="rect">
            <a:avLst/>
          </a:prstGeom>
          <a:solidFill>
            <a:srgbClr val="DBEAFE"/>
          </a:solidFill>
          <a:ln w="31750">
            <a:solidFill>
              <a:srgbClr val="1B9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3240" y="9875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A6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SWARM CLUSTER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120640" y="969264"/>
            <a:ext cx="347472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9692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IP: 192.168.255.100  (Keepalived)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108960" y="1298448"/>
            <a:ext cx="260604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B98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08960" y="1298448"/>
            <a:ext cx="2606040" cy="329184"/>
          </a:xfrm>
          <a:prstGeom prst="rect">
            <a:avLst/>
          </a:prstGeom>
          <a:solidFill>
            <a:srgbClr val="0A6FAC"/>
          </a:solidFill>
          <a:ln w="12700">
            <a:solidFill>
              <a:srgbClr val="0A6FA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129844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0" y="1700784"/>
            <a:ext cx="242316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17007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6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Swarm Manager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0" y="204825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192.168.255.11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0" y="2322576"/>
            <a:ext cx="242316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232257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  (Reverse Proxy)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0" y="2688336"/>
            <a:ext cx="242316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0" y="268833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Authelia · Forgejo · Grafana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00400" y="303580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(can run on either node)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080760" y="1298448"/>
            <a:ext cx="25146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80760" y="1298448"/>
            <a:ext cx="251460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0760" y="129844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NODE2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72200" y="1700784"/>
            <a:ext cx="23317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17007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Worker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72200" y="204825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192.168.255.12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72200" y="2322576"/>
            <a:ext cx="233172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232257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  (Reverse Proxy)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72200" y="2688336"/>
            <a:ext cx="233172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72200" y="268833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Authelia · Forgejo · Grafana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172200" y="303580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(can run on either node)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20040" y="3931920"/>
            <a:ext cx="8503920" cy="713232"/>
          </a:xfrm>
          <a:prstGeom prst="rect">
            <a:avLst/>
          </a:prstGeom>
          <a:solidFill>
            <a:srgbClr val="F3E8FF"/>
          </a:solidFill>
          <a:ln w="19050">
            <a:solidFill>
              <a:srgbClr val="9B59B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3931920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 Shared Storage  (storage.vcc.local  —  10.10.255.10)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by control  ·  Mounted on node1 and node2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— Vagrant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B9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103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64008" cy="1005840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Provider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21615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 Desktop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(VirtualBox / Libvirt supported)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868680"/>
            <a:ext cx="2103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868680"/>
            <a:ext cx="64008" cy="1005840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914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3 Virtual Machines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97480" y="121615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· node1 · node2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Box: enricorusso/VCCubuntu 24.04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057400"/>
            <a:ext cx="2103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057400"/>
            <a:ext cx="64008" cy="1005840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103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Two Private Networks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240487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Workload: 192.168.255.0/24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10.10.255.0/24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0" y="2057400"/>
            <a:ext cx="2103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0" y="2057400"/>
            <a:ext cx="64008" cy="1005840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97480" y="2103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SSH Key Injection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97480" y="240487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public key uploaded to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VMs on provision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804672"/>
            <a:ext cx="4023360" cy="4023360"/>
          </a:xfrm>
          <a:prstGeom prst="rect">
            <a:avLst/>
          </a:prstGeom>
          <a:solidFill>
            <a:srgbClr val="0D1B2A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850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B9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SEQUENCE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56048" y="1188720"/>
            <a:ext cx="292608" cy="292608"/>
          </a:xfrm>
          <a:prstGeom prst="ellipse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21808" y="11887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9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vagrant up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21808" y="138988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 3 VMs with VMware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56048" y="1847088"/>
            <a:ext cx="292608" cy="292608"/>
          </a:xfrm>
          <a:prstGeom prst="ellipse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21808" y="184708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9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Shell provisioning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21808" y="204825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Python, sshpass, make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/etc/hosts on all nodes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SSH keys across nodes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956048" y="2505456"/>
            <a:ext cx="292608" cy="292608"/>
          </a:xfrm>
          <a:prstGeom prst="ellipse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21808" y="25054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9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vagrant ssh control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21808" y="27066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the control node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56048" y="3163824"/>
            <a:ext cx="292608" cy="292608"/>
          </a:xfrm>
          <a:prstGeom prst="ellipse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6048" y="3163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21808" y="316382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9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.venv/bin/activate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21808" y="336499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Ansible virtual env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956048" y="3822192"/>
            <a:ext cx="292608" cy="292608"/>
          </a:xfrm>
          <a:prstGeom prst="ellipse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56048" y="3822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21808" y="38221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9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 (or ansible-playbook)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321808" y="40233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full Ansible orchestration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Management — Ansible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B9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playbook.yml — Sequential role execution across host groups: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4160520" cy="1078992"/>
          </a:xfrm>
          <a:prstGeom prst="rect">
            <a:avLst/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43584"/>
            <a:ext cx="1280160" cy="219456"/>
          </a:xfrm>
          <a:prstGeom prst="roundRect">
            <a:avLst>
              <a:gd name="adj" fmla="val 1666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4358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9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hosts: storage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737360" y="12435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nfs_server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58191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/srv/nfs shared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via NFS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170432"/>
            <a:ext cx="4160520" cy="1078992"/>
          </a:xfrm>
          <a:prstGeom prst="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243584"/>
            <a:ext cx="1280160" cy="219456"/>
          </a:xfrm>
          <a:prstGeom prst="roundRect">
            <a:avLst>
              <a:gd name="adj" fmla="val 1666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4358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9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hosts: targets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172200" y="12435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nfs_client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58191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Mounts NFS share from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storage.vcc.local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404872"/>
            <a:ext cx="4160520" cy="1078992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78024"/>
            <a:ext cx="1280160" cy="219456"/>
          </a:xfrm>
          <a:prstGeom prst="roundRect">
            <a:avLst>
              <a:gd name="adj" fmla="val 1666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7802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9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hosts: active_targets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737360" y="24780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281635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Docker Engine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Docker Compose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2404872"/>
            <a:ext cx="4160520" cy="1078992"/>
          </a:xfrm>
          <a:prstGeom prst="rect">
            <a:avLst/>
          </a:prstGeom>
          <a:solidFill>
            <a:srgbClr val="FEF9C3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2478024"/>
            <a:ext cx="1280160" cy="219456"/>
          </a:xfrm>
          <a:prstGeom prst="roundRect">
            <a:avLst>
              <a:gd name="adj" fmla="val 1666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47802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9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hosts: active_targets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72200" y="24780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docker-swarm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281635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Initializes Swarm on node1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node2 as worker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639312"/>
            <a:ext cx="4160520" cy="1078992"/>
          </a:xfrm>
          <a:prstGeom prst="rect">
            <a:avLst/>
          </a:prstGeom>
          <a:solidFill>
            <a:srgbClr val="FFE4E6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712464"/>
            <a:ext cx="1280160" cy="219456"/>
          </a:xfrm>
          <a:prstGeom prst="roundRect">
            <a:avLst>
              <a:gd name="adj" fmla="val 1666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7124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9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hosts: targets[0]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737360" y="37124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certs + jwks-key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11480" y="405079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TLS certs &amp;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JWKS key for Authelia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3639312"/>
            <a:ext cx="4160520" cy="1078992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3712464"/>
            <a:ext cx="1280160" cy="219456"/>
          </a:xfrm>
          <a:prstGeom prst="roundRect">
            <a:avLst>
              <a:gd name="adj" fmla="val 1666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7124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9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hosts: targets[0]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172200" y="37124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swarm-services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46320" y="405079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full VCC stack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docker stack deploy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6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Additional roles: network_facts · keepalive · datadir · docker-registry · docker-images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Services, Authentication &amp; Reverse Proxy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B9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777240"/>
          </a:xfrm>
          <a:prstGeom prst="rect">
            <a:avLst/>
          </a:prstGeom>
          <a:solidFill>
            <a:srgbClr val="1B2A4A"/>
          </a:solidFill>
          <a:ln w="25400">
            <a:solidFill>
              <a:srgbClr val="1B9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TRAEFIK  —  Reverse Proxy &amp; TLS Termination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9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auth.vcc.local</a:t>
            </a: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Authelia     </a:t>
            </a: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git.vcc.local</a:t>
            </a: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Forgejo     </a:t>
            </a: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mon.vcc.local</a:t>
            </a: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Grafana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2743200" cy="2148840"/>
          </a:xfrm>
          <a:prstGeom prst="rect">
            <a:avLst/>
          </a:prstGeom>
          <a:solidFill>
            <a:srgbClr val="E0F2FE"/>
          </a:solidFill>
          <a:ln w="25400">
            <a:solidFill>
              <a:srgbClr val="1B98E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691640"/>
            <a:ext cx="2743200" cy="347472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691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Authelia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21031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Gateway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3957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9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auth.vcc.local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670048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 (SSO) portal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services. OIDC provider.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Forgejo &amp; Grafana.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54680" y="1691640"/>
            <a:ext cx="2743200" cy="2148840"/>
          </a:xfrm>
          <a:prstGeom prst="rect">
            <a:avLst/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1691640"/>
            <a:ext cx="274320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1691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Forgejo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46120" y="21031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Repository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46120" y="23957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git.vcc.local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46120" y="2670048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Git service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(Gitea fork). Source code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management.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1691640"/>
            <a:ext cx="2743200" cy="2148840"/>
          </a:xfrm>
          <a:prstGeom prst="rect">
            <a:avLst/>
          </a:prstGeom>
          <a:solidFill>
            <a:srgbClr val="FFF7ED"/>
          </a:solidFill>
          <a:ln w="25400">
            <a:solidFill>
              <a:srgbClr val="F59E0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1691640"/>
            <a:ext cx="27432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1691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26480" y="21031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UI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26480" y="23957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mon.vcc.local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26480" y="2670048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dashboards.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Visualizes metrics from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and logs from Loki.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950208"/>
            <a:ext cx="8595360" cy="594360"/>
          </a:xfrm>
          <a:prstGeom prst="rect">
            <a:avLst/>
          </a:prstGeom>
          <a:solidFill>
            <a:srgbClr val="F0F9FF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95020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Auth Flow: Browser → Traefik → Authelia middleware check → SSO login → Forward-auth → Service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 uses Docker labels to route traffic. TLS certificates generated by Ansible certs role.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Observability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B9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65760" y="777240"/>
            <a:ext cx="39776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59" y="777240"/>
            <a:ext cx="3977639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2012" y="79088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OBSERVABILITY STACK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7732" y="12618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7732" y="151790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Scrapes metrics from services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node exporters. Time-series DB.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7732" y="2103120"/>
            <a:ext cx="3657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7732" y="21579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7732" y="241401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logs from all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containers via Promtail.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7732" y="2999232"/>
            <a:ext cx="3657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7732" y="30540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7732" y="331012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dashboards for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(Prometheus) + logs (Loki).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at mon.vcc.local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7732" y="3895344"/>
            <a:ext cx="3657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19">
            <a:extLst>
              <a:ext uri="{FF2B5EF4-FFF2-40B4-BE49-F238E27FC236}">
                <a16:creationId xmlns:a16="http://schemas.microsoft.com/office/drawing/2014/main" id="{59DD3253-3EE8-4A36-92CB-4C2848B1BC6F}"/>
              </a:ext>
            </a:extLst>
          </p:cNvPr>
          <p:cNvSpPr/>
          <p:nvPr/>
        </p:nvSpPr>
        <p:spPr>
          <a:xfrm>
            <a:off x="4610184" y="804672"/>
            <a:ext cx="4168056" cy="4023360"/>
          </a:xfrm>
          <a:prstGeom prst="rect">
            <a:avLst/>
          </a:prstGeom>
          <a:noFill/>
          <a:ln w="12700">
            <a:solidFill>
              <a:srgbClr val="1B98E0"/>
            </a:solidFill>
            <a:prstDash val="solid"/>
          </a:ln>
        </p:spPr>
      </p:sp>
      <p:sp>
        <p:nvSpPr>
          <p:cNvPr id="39" name="Shape 18">
            <a:extLst>
              <a:ext uri="{FF2B5EF4-FFF2-40B4-BE49-F238E27FC236}">
                <a16:creationId xmlns:a16="http://schemas.microsoft.com/office/drawing/2014/main" id="{A75DECF7-B92C-4D24-B0FF-26CEAB3B810C}"/>
              </a:ext>
            </a:extLst>
          </p:cNvPr>
          <p:cNvSpPr/>
          <p:nvPr/>
        </p:nvSpPr>
        <p:spPr>
          <a:xfrm>
            <a:off x="4613641" y="783108"/>
            <a:ext cx="4164599" cy="347472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57CCB773-B0C0-4B98-9058-E6B31225E7CB}"/>
              </a:ext>
            </a:extLst>
          </p:cNvPr>
          <p:cNvSpPr/>
          <p:nvPr/>
        </p:nvSpPr>
        <p:spPr>
          <a:xfrm>
            <a:off x="4664805" y="775533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LIVE DEMO  —  vagrant up  →  make  →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mon.vcc.local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1B98E0">
              <a:alpha val="15000"/>
            </a:srgbClr>
          </a:solidFill>
          <a:ln w="12700">
            <a:solidFill>
              <a:srgbClr val="1B98E0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286000" cy="36576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2606040" cy="1097280"/>
          </a:xfrm>
          <a:prstGeom prst="rect">
            <a:avLst/>
          </a:prstGeom>
          <a:solidFill>
            <a:srgbClr val="0A254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9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3 VMs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6276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+ 2 workers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 / Vagrant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606040" cy="1097280"/>
          </a:xfrm>
          <a:prstGeom prst="rect">
            <a:avLst/>
          </a:prstGeom>
          <a:solidFill>
            <a:srgbClr val="0A254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0128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9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Ansible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10128" y="16276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 roles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setup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606040" cy="1097280"/>
          </a:xfrm>
          <a:prstGeom prst="rect">
            <a:avLst/>
          </a:prstGeom>
          <a:solidFill>
            <a:srgbClr val="0A254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44768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9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Docker Swarm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44768" y="16276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stacks: registry + vcc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560320"/>
            <a:ext cx="2606040" cy="1097280"/>
          </a:xfrm>
          <a:prstGeom prst="rect">
            <a:avLst/>
          </a:prstGeom>
          <a:solidFill>
            <a:srgbClr val="0A254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651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9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Traefik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" y="29992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termination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routing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0" y="2560320"/>
            <a:ext cx="2606040" cy="1097280"/>
          </a:xfrm>
          <a:prstGeom prst="rect">
            <a:avLst/>
          </a:prstGeom>
          <a:solidFill>
            <a:srgbClr val="0A254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2651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9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Authelia SSO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10128" y="29992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/ Forward-auth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login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2560320"/>
            <a:ext cx="2606040" cy="1097280"/>
          </a:xfrm>
          <a:prstGeom prst="rect">
            <a:avLst/>
          </a:prstGeom>
          <a:solidFill>
            <a:srgbClr val="0A254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4768" y="2651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9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Prometheus + Loki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44768" y="29992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logs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dashboards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251960"/>
            <a:ext cx="8503920" cy="640080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25196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for your attention!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631</Words>
  <Application>Microsoft Office PowerPoint</Application>
  <PresentationFormat>On-screen Show (16:9)</PresentationFormat>
  <Paragraphs>164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VCC Final Project - Cloud Infrastructure</dc:title>
  <dc:subject>PptxGenJS Presentation</dc:subject>
  <dc:creator>PptxGenJS</dc:creator>
  <cp:lastModifiedBy>Hanie Gholampour</cp:lastModifiedBy>
  <cp:revision>4</cp:revision>
  <dcterms:created xsi:type="dcterms:W3CDTF">2026-06-06T09:08:45Z</dcterms:created>
  <dcterms:modified xsi:type="dcterms:W3CDTF">2026-06-06T17:52:56Z</dcterms:modified>
</cp:coreProperties>
</file>