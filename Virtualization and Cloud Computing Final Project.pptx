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VCC Final Project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Zeinab Gholampour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6117047</a:t>
            </a:r>
            <a:endParaRPr sz="2400"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460950" y="36273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Repository: https://github.com/VCC-course/final-project-everview 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4617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-65950" y="1892700"/>
            <a:ext cx="8820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Built a reproducible 3-node virtual environment (Control, Node1, Node2) using Vagrant and VMware.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Used Ansible roles to orchestrate shared NFS storage and Docker installation across the cluster.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Stack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Deployed a secure, containerized environment featuring Forgejo (Git), Authelia (SSO), and Traefik (Reverse Proxy). 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Strategy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Migrated from Docker Compose to a Docker Swarm cluster to support service replication and high availability.  </a:t>
            </a:r>
            <a:endParaRPr sz="1600"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532000" y="966762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High-Availability DevSecOps Pipeline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26075" y="357800"/>
            <a:ext cx="2808000" cy="323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Technical Concepts &amp; Learning Outcomes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339300" y="690600"/>
            <a:ext cx="5224500" cy="41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 as Code (IaC)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Learned to automate server configuration using Ansible, ensuring "idempotency" and consistency across nodes.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Authentication (OIDC)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Integrated OpenID Connect via Authelia to provide Single Sign-On (SSO) for Forgejo and Grafana.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Discovery &amp; Routing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Used Traefik labels for automatic HTTPS routing and certificate management.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Observability Stack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Implemented the "LGTM" stack (Loki, Grafana, Traefik, Metrics/Prometheus) for real-time system insights.  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the "Race Condition" in Replicated Environments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39999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Issue: When scaling services like Forgejo or Authelia to multiple replicas, multiple containers attempted to run database migrations simultaneously, causing collisions.</a:t>
            </a:r>
            <a:endParaRPr/>
          </a:p>
        </p:txBody>
      </p:sp>
      <p:sp>
        <p:nvSpPr>
          <p:cNvPr id="89" name="Google Shape;89;p16"/>
          <p:cNvSpPr txBox="1"/>
          <p:nvPr>
            <p:ph idx="2" type="body"/>
          </p:nvPr>
        </p:nvSpPr>
        <p:spPr>
          <a:xfrm>
            <a:off x="4694250" y="1919075"/>
            <a:ext cx="39999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Solution: Developed Custom Entrypoint Scripts that include a random delay and a lock-file check.</a:t>
            </a:r>
            <a:endParaRPr/>
          </a:p>
        </p:txBody>
      </p:sp>
      <p:sp>
        <p:nvSpPr>
          <p:cNvPr id="90" name="Google Shape;90;p16"/>
          <p:cNvSpPr txBox="1"/>
          <p:nvPr>
            <p:ph idx="2" type="body"/>
          </p:nvPr>
        </p:nvSpPr>
        <p:spPr>
          <a:xfrm>
            <a:off x="4701109" y="3563050"/>
            <a:ext cx="39999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This ensures only one replica performs the migration while others wait, allowing for stable scaling.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572100" y="3563050"/>
            <a:ext cx="39999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Discovery: Standard Docker healthchecks weren't sufficient for the specific startup timing required in Docker Swarm.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9275" y="606450"/>
            <a:ext cx="2808000" cy="19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Monitoring: Exporter Availability &amp; Security Alerts</a:t>
            </a:r>
            <a:endParaRPr sz="300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57375" y="947700"/>
            <a:ext cx="2808000" cy="12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Metric Insight: Used Grafana Alloy to scrape metrics from every service (Postgres, Redis, Forgejo, Authelia), visualized through status gauges.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Log Insight: Configured Loki to track authentication logs.</a:t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</a:rPr>
              <a:t>Security Alert: Implemented a "Brute Force Alert" that triggers when an IP address fails to log in more than 8 times within a short window.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4294967295" type="title"/>
          </p:nvPr>
        </p:nvSpPr>
        <p:spPr>
          <a:xfrm>
            <a:off x="773700" y="727069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Future Roadmap &amp; Scalability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103" name="Google Shape;103;p18"/>
          <p:cNvCxnSpPr/>
          <p:nvPr/>
        </p:nvCxnSpPr>
        <p:spPr>
          <a:xfrm>
            <a:off x="4295550" y="16647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 txBox="1"/>
          <p:nvPr>
            <p:ph idx="4294967295" type="body"/>
          </p:nvPr>
        </p:nvSpPr>
        <p:spPr>
          <a:xfrm>
            <a:off x="892425" y="1893450"/>
            <a:ext cx="7596600" cy="27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Secret Management: Move from static Ansible Vault files to a dynamic solution like HashiCorp Vault.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Auto-Scaling Policies: Implement automated scaling scripts that trigger docker service scale based on real-time Prometheus CPU/RAM metrics.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Storage: Replace the single-point-of-failure NFS server with a distributed storage system like Ceph or Longhorn for better data resilience.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